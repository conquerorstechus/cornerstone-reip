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Real Estate Intelligence Platform by Cornerstone Digital Technologies. Seed Round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manual underwriting is slow, scattered, and expensive when done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RIP standardizes and automates underwriting across four asset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Product: four analysis modes — Area, Property, Land, Multifamily.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Works: 5-step pipeline. Local fallback ensures the platform runs even without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Market: $4.2B TAM, $780M SAM, $38M SOM. 17M+ individual investors underserved.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Model: SaaS tiers ($49/$149/$399/mo) + data API licensing + white-label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Traction: full MVP built and running. 18-month roadmap to live data, mobile, API, and $500K ARR.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Sam Kasimalla, Founder &amp; CEO. Former investor who built RIP to solve his own underwriting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not raising money. Seeking sales/distribution partners, data partners, 50 pilot customers, and industry advisors.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0D1B36"/>
          </a:solidFill>
          <a:ln w="25400">
            <a:solidFill>
              <a:srgbClr val="1E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640080"/>
            <a:ext cx="4114800" cy="4114800"/>
          </a:xfrm>
          <a:prstGeom prst="ellipse">
            <a:avLst/>
          </a:prstGeom>
          <a:solidFill>
            <a:srgbClr val="0D1B36"/>
          </a:solidFill>
          <a:ln w="12700">
            <a:solidFill>
              <a:srgbClr val="00C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CORNERSTONE DIGITAL TECHNOLOGIES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8686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investment analysis for the modern real estate investor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 investing is drowning in manual work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3611880" cy="342900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3337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 hrs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4526280"/>
            <a:ext cx="3246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underwrite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deal manually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606040"/>
            <a:ext cx="3611880" cy="342900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108960"/>
            <a:ext cx="3337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4526280"/>
            <a:ext cx="3246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checked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per property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2606040"/>
            <a:ext cx="3611880" cy="342900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3108960"/>
            <a:ext cx="3337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$47K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458200" y="4526280"/>
            <a:ext cx="3246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lost on average from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flawed underwriting models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 automates every step of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underwriting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82880" cy="182880"/>
          </a:xfrm>
          <a:prstGeom prst="ellipse">
            <a:avLst/>
          </a:prstGeom>
          <a:solidFill>
            <a:srgbClr val="00C97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analysis: market risk scoring, comparables, and plain-English summaries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82112"/>
            <a:ext cx="182880" cy="182880"/>
          </a:xfrm>
          <a:prstGeom prst="ellipse">
            <a:avLst/>
          </a:prstGeom>
          <a:solidFill>
            <a:srgbClr val="00C97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44952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underwriting for properties, land, and multifamily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00C97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12464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model: 7% rate / 30-yr / 50% down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17136"/>
            <a:ext cx="182880" cy="182880"/>
          </a:xfrm>
          <a:prstGeom prst="ellipse">
            <a:avLst/>
          </a:prstGeom>
          <a:solidFill>
            <a:srgbClr val="00C97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79976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offer price — ~1.8% under ask by default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84648"/>
            <a:ext cx="182880" cy="182880"/>
          </a:xfrm>
          <a:prstGeom prst="ellipse">
            <a:avLst/>
          </a:prstGeom>
          <a:solidFill>
            <a:srgbClr val="00C97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47488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"High ROI Picks" digest every Friday at 8am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0" y="1280160"/>
            <a:ext cx="4937760" cy="521208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554480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86600" y="1920240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(NOI)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86600" y="2331720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 − Tax − HOA − Insurance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86600" y="2926080"/>
            <a:ext cx="4480560" cy="2743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3108960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 Assumption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086600" y="35661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5661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fixed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406908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4069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457200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35440" y="45720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507492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Price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35440" y="50749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~1.8% under ask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modes of intelligent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6811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8483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49631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MARKET INTELLIGENCE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neighborhood growth, market heat, and risk. Plain-English area brief generated in seconds.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36792" y="1828800"/>
            <a:ext cx="546811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210312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59752" y="208483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Analysis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59752" y="249631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RESIDENTIAL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65392" y="28346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underwrites the deal: NOI, cash flow, offer price, and an investment summary — High ROI Picks format.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546811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348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41655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82803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LAND &amp; DEVELOPMENT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lot value, zoning context, and development potential with deeper rehab haircuts.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36792" y="4160520"/>
            <a:ext cx="546811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2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5392" y="4434840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59752" y="441655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Multifamily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59752" y="4828032"/>
            <a:ext cx="4480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MULTIFAMILY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65392" y="516636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unit-by-unit rent roll, cap rate, and DSCR. Duplex through 50+ unit buildings.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sources to investor-ready reports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82396" y="2468880"/>
            <a:ext cx="1828800" cy="228600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" y="2578608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92124" y="283464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2124" y="365760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· RentCast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· County GIS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11196" y="342900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31236" y="2468880"/>
            <a:ext cx="1828800" cy="228600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0964" y="2578608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40964" y="283464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40964" y="365760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· type · 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· baths · sqft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0036" y="342900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80076" y="2468880"/>
            <a:ext cx="1828800" cy="2286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9804" y="2578608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89804" y="283464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9804" y="365760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· enrich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callbacks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8876" y="342900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28916" y="2468880"/>
            <a:ext cx="1828800" cy="2286000"/>
          </a:xfrm>
          <a:prstGeom prst="rect">
            <a:avLst/>
          </a:prstGeom>
          <a:solidFill>
            <a:srgbClr val="14372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8644" y="2578608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38644" y="283464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38644" y="365760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 ·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57716" y="3429000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77756" y="2468880"/>
            <a:ext cx="1828800" cy="2286000"/>
          </a:xfrm>
          <a:prstGeom prst="rect">
            <a:avLst/>
          </a:prstGeom>
          <a:solidFill>
            <a:srgbClr val="14372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7484" y="2578608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87484" y="283464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Digest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87484" y="3657600"/>
            <a:ext cx="160934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8am email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1064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webhook or data source is unavailable, RIP local engine runs automatically — zero downtime.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underserved market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17 million individual real estate investors in the US lack access to institutional-grade underwriting tools. They rely on spreadsheets, gut feel, and fragmented data sources.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 brings Bloomberg-caliber intelligence to the individual investor — at a SaaS price point.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0" y="1828800"/>
            <a:ext cx="512064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1920240"/>
            <a:ext cx="685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12280" y="178308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$4.2B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080760" y="2450592"/>
            <a:ext cx="4892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proptech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market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429000"/>
            <a:ext cx="3840480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3520440"/>
            <a:ext cx="685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12280" y="338328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$780M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080760" y="4050792"/>
            <a:ext cx="3611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tools for individual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sub-10-person shops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5029200"/>
            <a:ext cx="2377440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5120640"/>
            <a:ext cx="685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498348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080760" y="5650992"/>
            <a:ext cx="2148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3-year target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trajectory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SaaS-first with data licensing upside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Tiers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841248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0487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3405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8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251460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analyses/mo · properties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394960" cy="841248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6499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9417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8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$19/mo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347472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analyses/mo · properties &amp; areas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94960" cy="841248"/>
          </a:xfrm>
          <a:prstGeom prst="rect">
            <a:avLst/>
          </a:prstGeom>
          <a:solidFill>
            <a:srgbClr val="162B52"/>
          </a:solidFill>
          <a:ln w="12700">
            <a:solidFill>
              <a:srgbClr val="00C9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2511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65429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$149/mo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443484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all 4 types · digest + AI insights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5394960" cy="841248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852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61441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8A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$399/mo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26080" y="5394960"/>
            <a:ext cx="2834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seats · REST API · priority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182880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Drivers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75120" y="242316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2423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Subscriptions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289864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ARR engine. Low churn through weekly digest stickiness and compounding data value.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38404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API Licensing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431596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and developer access to the full underwriting pipeline via a REST API.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0" y="525780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9480" y="5257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Reports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69480" y="5733288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High ROI Picks reports sold to brokerages, property managers, and fund operators.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live. Pipeline full.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Next.js 16 / React 19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35808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analysis workflows (Property, Area, Land, Multifamily)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94176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automation — 5 importable workflow templates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25696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52544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underwriting engine (runs without internet)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84064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10912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8am automated "High ROI Picks" digest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74243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69280"/>
            <a:ext cx="5029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File-backed data store — zero DB ops required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5212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18 Months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583680" y="2423160"/>
            <a:ext cx="11887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237744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data: Zillow, RentCast, and county GIS integrations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474720"/>
            <a:ext cx="11887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474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09560" y="342900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push alerts on new High ROI Picks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526280"/>
            <a:ext cx="11887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526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44805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launch and white-label report builder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5577840"/>
            <a:ext cx="118872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577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09560" y="553212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ARR milestone — begin Series A preparation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by an investor, for investors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828800" y="2011680"/>
            <a:ext cx="8503920" cy="356616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2423160"/>
            <a:ext cx="2011680" cy="2011680"/>
          </a:xfrm>
          <a:prstGeom prst="ellipse">
            <a:avLst/>
          </a:prstGeom>
          <a:solidFill>
            <a:srgbClr val="00C97E"/>
          </a:solidFill>
          <a:ln w="25400">
            <a:solidFill>
              <a:srgbClr val="007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24231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1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663440" y="233172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Kasimalla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663440" y="292608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Cornerstone Digital Technologies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42900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Built RIP to solve his own underwriting bottleneck as an active investor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402336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Full-stack engineer — Next.js, automation pipelines, and data systems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461772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Created the "High ROI Picks" methodology now powering the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534924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skasimalla@gmail.com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for the right partners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raising a round — building a network of partners who can accelerate RIP to market.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468112" cy="19202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8775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450799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Distribution Partners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501091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Brokerages, REIA chapters, and investment clubs that want to offer AI-powered underwriting to their members and clients. Revenue share on every subscriber you refer.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6792" y="2331720"/>
            <a:ext cx="5468112" cy="19202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2587752"/>
            <a:ext cx="411480" cy="4114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14032" y="2560320"/>
            <a:ext cx="450799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API Partners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3108960"/>
            <a:ext cx="501091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 providers, county assessors, and data vendors (RentCast, Zillow, GIS) who want their data powering the underwriting layer. Preferred integration terms on offer.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434840"/>
            <a:ext cx="5468112" cy="19202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690872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663440"/>
            <a:ext cx="450799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Customers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212080"/>
            <a:ext cx="501091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active real estate investors to use the Pro tier free for 90 days. Your feedback directly shapes the product roadmap and High ROI Picks methodology.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4434840"/>
            <a:ext cx="5468112" cy="1920240"/>
          </a:xfrm>
          <a:prstGeom prst="rect">
            <a:avLst/>
          </a:prstGeom>
          <a:solidFill>
            <a:srgbClr val="162B52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4690872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14032" y="4663440"/>
            <a:ext cx="450799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Advisors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65392" y="5212080"/>
            <a:ext cx="501091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Seasoned RE operators and proptech veterans who can open doors and sharpen the product. Light time commitment — one call a month and a name on the site.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11155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put professional-grade intelligence in every investor's hands.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Intelligence Platform</dc:title>
  <dc:subject>PptxGenJS Presentation</dc:subject>
  <dc:creator>Cornerstone Digital Technologies</dc:creator>
  <cp:lastModifiedBy>Cornerstone Digital Technologies</cp:lastModifiedBy>
  <cp:revision>1</cp:revision>
  <dcterms:created xsi:type="dcterms:W3CDTF">2026-08-21T18:21:00Z</dcterms:created>
  <dcterms:modified xsi:type="dcterms:W3CDTF">2026-08-21T18:21:00Z</dcterms:modified>
</cp:coreProperties>
</file>